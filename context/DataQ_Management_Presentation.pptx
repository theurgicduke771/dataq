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B0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84048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 is right—before your customers find out it isn’t.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0" y="2971800"/>
            <a:ext cx="5029200" cy="36576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154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Platform Team  |  April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51824"/>
          </a:solidFill>
          <a:ln w="12700">
            <a:solidFill>
              <a:srgbClr val="0518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data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cost time, trust, and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283464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12" y="20299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in reports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" y="2633472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stale or incorrect numbers. Finance, ops, and leadership make decisions on data they cannot fully trust.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19272" y="12344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1234440"/>
            <a:ext cx="283464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3864" y="20299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too late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2633472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pipeline breaks at 2am. Nobody knows until a stakeholder spots the problem at 9am — hours after the damage is done.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364224" y="12344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64224" y="1234440"/>
            <a:ext cx="2834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3716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8816" y="20299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system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28816" y="2633472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automated way to know when a table went stale, a key column filled with nulls, or duplicates crept in overnight.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DataQ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data quality platform built for our Azure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59536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automatically checks that your data is complete, accurate, and fresh — and alerts your team the moment something goes wrong.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21408"/>
            <a:ext cx="2011680" cy="7315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4048" y="2980944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34381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data quality rules run automatically across all your data sources — no manual effort.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450592" y="2121408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50592" y="2121408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2860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2980944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42032" y="34381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Teams notification the moment a check fails — before anyone else notices the problem.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26864" y="2121408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26864" y="2121408"/>
            <a:ext cx="2011680" cy="73152"/>
          </a:xfrm>
          <a:prstGeom prst="rect">
            <a:avLst/>
          </a:prstGeom>
          <a:solidFill>
            <a:srgbClr val="2D9DA8"/>
          </a:solidFill>
          <a:ln w="12700">
            <a:solidFill>
              <a:srgbClr val="2D9DA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28600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36592" y="2980944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18304" y="34381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quality of every dataset at a glance — with trend history and drill-down to the exact failing rows.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803136" y="2121408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03136" y="2121408"/>
            <a:ext cx="20116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28600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12864" y="2980944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894576" y="34381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or GitHub Copilot about your data quality directly — no need to open a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DataQ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day-to-day experience for your data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02336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4023360" cy="42062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070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DataQ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73736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17190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calls at 8am — "why are the numbers wrong?"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267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2249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spends hours tracing the pipeline to find the bug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980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which tables are stale or have nulls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284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3310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discovered by end users, not the data team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5876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failure requires manual investigation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31596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15"/>
          <p:cNvSpPr/>
          <p:nvPr/>
        </p:nvSpPr>
        <p:spPr>
          <a:xfrm>
            <a:off x="4846320" y="1207008"/>
            <a:ext cx="40233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846320" y="1207008"/>
            <a:ext cx="402336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46320" y="12070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DataQ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17190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alert fires at 6:01am — before anyone starts their day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2267712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21808" y="2249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failing check shown with the offending rows highlighted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279806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21808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health score updated after each pipeline run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3328416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321808" y="3310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owns quality — stakeholders see only clean data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3858768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32180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Schedules, alerts, and suppression rules handle it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DataQ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steps — fully automated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335024"/>
            <a:ext cx="859536" cy="859536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3502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86000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32735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rule once — e.g. no nulls in order_id, row count must be over 1000, or your own SQL.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86000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487168" y="12344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017520" y="1335024"/>
            <a:ext cx="859536" cy="859536"/>
          </a:xfrm>
          <a:prstGeom prst="rect">
            <a:avLst/>
          </a:prstGeom>
          <a:solidFill>
            <a:srgbClr val="2D9DA8"/>
          </a:solidFill>
          <a:ln w="12700">
            <a:solidFill>
              <a:srgbClr val="2D9D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133502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2286000"/>
            <a:ext cx="493776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78608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578608" y="32735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runs your rules automatically on a schedule, or every time an ADF pipeline completes.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407408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608576" y="12344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138928" y="1335024"/>
            <a:ext cx="859536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38928" y="133502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2286000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700016" y="32735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on the dashboard instantly. Green means healthy. Red means something needs attention.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528816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729984" y="12344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60336" y="1335024"/>
            <a:ext cx="859536" cy="8595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260336" y="133502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2286000"/>
            <a:ext cx="493776" cy="4937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21424" y="2871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821424" y="327355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fails, your team gets a Teams message with the exact issue — before the business notices.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EEF6F8"/>
          </a:solidFill>
          <a:ln w="6350">
            <a:solidFill>
              <a:srgbClr val="4FC3D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57200" y="46725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can be defined using simple dropdowns, a SQL editor, or directly by asking Claude — no coding required for standard checks.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view of your entire data estate’s health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3566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292608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80160"/>
            <a:ext cx="128016" cy="128016"/>
          </a:xfrm>
          <a:prstGeom prst="oval">
            <a:avLst/>
          </a:prstGeom>
          <a:solidFill>
            <a:srgbClr val="FC5F5A"/>
          </a:solidFill>
          <a:ln w="12700">
            <a:solidFill>
              <a:srgbClr val="FC5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80160"/>
            <a:ext cx="128016" cy="128016"/>
          </a:xfrm>
          <a:prstGeom prst="oval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280160"/>
            <a:ext cx="128016" cy="128016"/>
          </a:xfrm>
          <a:prstGeom prst="oval">
            <a:avLst/>
          </a:prstGeom>
          <a:solidFill>
            <a:srgbClr val="35CD4B"/>
          </a:solidFill>
          <a:ln w="12700">
            <a:solidFill>
              <a:srgbClr val="35CD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1271016"/>
            <a:ext cx="4754880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275588"/>
            <a:ext cx="4663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dataq.company.com/dashboard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8595360" cy="31089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36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 DataQ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1188720" cy="73152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15453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1920240"/>
            <a:ext cx="1938528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" y="1993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38912" y="237744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05456" y="1920240"/>
            <a:ext cx="1938528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05456" y="1993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05456" y="237744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run today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1920240"/>
            <a:ext cx="1938528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1993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572000" y="237744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checks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38544" y="1920240"/>
            <a:ext cx="1938528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38544" y="1993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638544" y="237744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8912" y="2688336"/>
            <a:ext cx="4023360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0352" y="2761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— 7-day trend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3121762"/>
            <a:ext cx="329184" cy="76443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78992" y="3156509"/>
            <a:ext cx="329184" cy="72969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591056" y="3095701"/>
            <a:ext cx="329184" cy="790499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72768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103120" y="3347618"/>
            <a:ext cx="329184" cy="53858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84832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615184" y="3104388"/>
            <a:ext cx="329184" cy="7818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96896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127248" y="3078328"/>
            <a:ext cx="329184" cy="8078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3069641"/>
            <a:ext cx="329184" cy="816559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21024" y="4023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17720" y="2688336"/>
            <a:ext cx="40965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36592" y="2761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pipeline status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17720" y="3054096"/>
            <a:ext cx="409651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127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PL_Orders_Ingest_DEV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32320" y="3127248"/>
            <a:ext cx="658368" cy="201168"/>
          </a:xfrm>
          <a:prstGeom prst="rect">
            <a:avLst/>
          </a:prstGeom>
          <a:solidFill>
            <a:srgbClr val="E0F2F7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1272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900416" y="3127248"/>
            <a:ext cx="658368" cy="201168"/>
          </a:xfrm>
          <a:prstGeom prst="rect">
            <a:avLst/>
          </a:prstGeom>
          <a:solidFill>
            <a:srgbClr val="1D9E75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0416" y="31272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736592" y="3474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PL_Customer_Transform_QA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132320" y="3474720"/>
            <a:ext cx="658368" cy="201168"/>
          </a:xfrm>
          <a:prstGeom prst="rect">
            <a:avLst/>
          </a:prstGeom>
          <a:solidFill>
            <a:srgbClr val="E0F2F7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3474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00416" y="3474720"/>
            <a:ext cx="658368" cy="201168"/>
          </a:xfrm>
          <a:prstGeom prst="rect">
            <a:avLst/>
          </a:prstGeom>
          <a:solidFill>
            <a:srgbClr val="E24B4A"/>
          </a:solidFill>
          <a:ln w="5080">
            <a:solidFill>
              <a:srgbClr val="E24B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0416" y="3474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17720" y="3749040"/>
            <a:ext cx="409651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3822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PL_Product_Load_QA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32320" y="3822192"/>
            <a:ext cx="658368" cy="201168"/>
          </a:xfrm>
          <a:prstGeom prst="rect">
            <a:avLst/>
          </a:prstGeom>
          <a:solidFill>
            <a:srgbClr val="E0F2F7"/>
          </a:solidFill>
          <a:ln w="5080">
            <a:solidFill>
              <a:srgbClr val="EF9F2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0" y="3822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900416" y="3822192"/>
            <a:ext cx="658368" cy="201168"/>
          </a:xfrm>
          <a:prstGeom prst="rect">
            <a:avLst/>
          </a:prstGeom>
          <a:solidFill>
            <a:srgbClr val="EF9F27"/>
          </a:solidFill>
          <a:ln w="5080">
            <a:solidFill>
              <a:srgbClr val="EF9F2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00416" y="3822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74320" y="48188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 score · 7-day trend · ADF pipeline status · drill-down to failing rows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editor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data quality rules — no SQL required for standard checks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3566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07008"/>
            <a:ext cx="8595360" cy="292608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80160"/>
            <a:ext cx="128016" cy="128016"/>
          </a:xfrm>
          <a:prstGeom prst="oval">
            <a:avLst/>
          </a:prstGeom>
          <a:solidFill>
            <a:srgbClr val="FC5F5A"/>
          </a:solidFill>
          <a:ln w="12700">
            <a:solidFill>
              <a:srgbClr val="FC5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80160"/>
            <a:ext cx="128016" cy="128016"/>
          </a:xfrm>
          <a:prstGeom prst="oval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280160"/>
            <a:ext cx="128016" cy="128016"/>
          </a:xfrm>
          <a:prstGeom prst="oval">
            <a:avLst/>
          </a:prstGeom>
          <a:solidFill>
            <a:srgbClr val="35CD4B"/>
          </a:solidFill>
          <a:ln w="12700">
            <a:solidFill>
              <a:srgbClr val="35CD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1271016"/>
            <a:ext cx="4754880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275588"/>
            <a:ext cx="4663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dataq.company.com/suites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8595360" cy="31089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36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 DataQ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737360"/>
            <a:ext cx="1188720" cy="73152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1865376"/>
            <a:ext cx="2011680" cy="2834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1865376"/>
            <a:ext cx="2011680" cy="694944"/>
          </a:xfrm>
          <a:prstGeom prst="rect">
            <a:avLst/>
          </a:prstGeom>
          <a:solidFill>
            <a:srgbClr val="EEF6F8"/>
          </a:solidFill>
          <a:ln w="6350">
            <a:solidFill>
              <a:srgbClr val="4FC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1865376"/>
            <a:ext cx="54864" cy="6949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completeness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2249424"/>
            <a:ext cx="438912" cy="164592"/>
          </a:xfrm>
          <a:prstGeom prst="rect">
            <a:avLst/>
          </a:prstGeom>
          <a:solidFill>
            <a:srgbClr val="1D6A72"/>
          </a:solidFill>
          <a:ln w="3810">
            <a:solidFill>
              <a:srgbClr val="1D6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2494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472" y="2560320"/>
            <a:ext cx="54864" cy="6949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uniqueness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" y="2944368"/>
            <a:ext cx="438912" cy="164592"/>
          </a:xfrm>
          <a:prstGeom prst="rect">
            <a:avLst/>
          </a:prstGeom>
          <a:solidFill>
            <a:srgbClr val="1D6A72"/>
          </a:solidFill>
          <a:ln w="3810">
            <a:solidFill>
              <a:srgbClr val="1D6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944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3255264"/>
            <a:ext cx="54864" cy="6949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freshness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" y="3639312"/>
            <a:ext cx="438912" cy="164592"/>
          </a:xfrm>
          <a:prstGeom prst="rect">
            <a:avLst/>
          </a:prstGeom>
          <a:solidFill>
            <a:srgbClr val="1D6A72"/>
          </a:solidFill>
          <a:ln w="3810">
            <a:solidFill>
              <a:srgbClr val="1D6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6393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7472" y="3950208"/>
            <a:ext cx="54864" cy="6949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reconcile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" y="4334256"/>
            <a:ext cx="438912" cy="164592"/>
          </a:xfrm>
          <a:prstGeom prst="rect">
            <a:avLst/>
          </a:prstGeom>
          <a:solidFill>
            <a:srgbClr val="1D6A72"/>
          </a:solidFill>
          <a:ln w="3810">
            <a:solidFill>
              <a:srgbClr val="1D6A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334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1865376"/>
            <a:ext cx="6291072" cy="2834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completeness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223760" y="1975104"/>
            <a:ext cx="1371600" cy="25603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1975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check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33472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Snowflake DEV  ·  Table: ORDERS.PUBLIC.FACT_ORDERS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87168" y="2542032"/>
            <a:ext cx="6291072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33472" y="2560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19472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33872" y="2560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22592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36992" y="2560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487168" y="2779776"/>
            <a:ext cx="6291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33472" y="2852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row_count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19472" y="2852928"/>
            <a:ext cx="804672" cy="201168"/>
          </a:xfrm>
          <a:prstGeom prst="rect">
            <a:avLst/>
          </a:prstGeom>
          <a:solidFill>
            <a:srgbClr val="E8F4F8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28529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33872" y="2852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022592" y="2852928"/>
            <a:ext cx="804672" cy="201168"/>
          </a:xfrm>
          <a:prstGeom prst="rect">
            <a:avLst/>
          </a:prstGeom>
          <a:solidFill>
            <a:srgbClr val="F0FDF4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2592" y="28529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936992" y="2871216"/>
            <a:ext cx="640080" cy="164592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36992" y="2871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633472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missing_count(order_id)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9472" y="3200400"/>
            <a:ext cx="804672" cy="201168"/>
          </a:xfrm>
          <a:prstGeom prst="rect">
            <a:avLst/>
          </a:prstGeom>
          <a:solidFill>
            <a:srgbClr val="E8F4F8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2004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833872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022592" y="3200400"/>
            <a:ext cx="804672" cy="201168"/>
          </a:xfrm>
          <a:prstGeom prst="rect">
            <a:avLst/>
          </a:prstGeom>
          <a:solidFill>
            <a:srgbClr val="F0FDF4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22592" y="32004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936992" y="3218688"/>
            <a:ext cx="640080" cy="164592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36992" y="3218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87168" y="3474720"/>
            <a:ext cx="6291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33472" y="3547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duplicate_count(order_id)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919472" y="3547872"/>
            <a:ext cx="804672" cy="201168"/>
          </a:xfrm>
          <a:prstGeom prst="rect">
            <a:avLst/>
          </a:prstGeom>
          <a:solidFill>
            <a:srgbClr val="E8F4F8"/>
          </a:solidFill>
          <a:ln w="508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19472" y="35478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833872" y="3547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22592" y="3547872"/>
            <a:ext cx="804672" cy="201168"/>
          </a:xfrm>
          <a:prstGeom prst="rect">
            <a:avLst/>
          </a:prstGeom>
          <a:solidFill>
            <a:srgbClr val="F0FDF4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22592" y="35478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936992" y="3566160"/>
            <a:ext cx="640080" cy="164592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36992" y="35661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633472" y="3895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&lt; 0  (SQL)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919472" y="3895344"/>
            <a:ext cx="804672" cy="201168"/>
          </a:xfrm>
          <a:prstGeom prst="rect">
            <a:avLst/>
          </a:prstGeom>
          <a:solidFill>
            <a:srgbClr val="E8F4F8"/>
          </a:solidFill>
          <a:ln w="5080">
            <a:solidFill>
              <a:srgbClr val="DC26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19472" y="38953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SQL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833872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022592" y="3895344"/>
            <a:ext cx="804672" cy="201168"/>
          </a:xfrm>
          <a:prstGeom prst="rect">
            <a:avLst/>
          </a:prstGeom>
          <a:solidFill>
            <a:srgbClr val="F0FDF4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22592" y="38953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936992" y="3913632"/>
            <a:ext cx="640080" cy="164592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36992" y="39136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487168" y="4169664"/>
            <a:ext cx="6291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33472" y="42428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freshness(updated_at)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919472" y="4242816"/>
            <a:ext cx="804672" cy="201168"/>
          </a:xfrm>
          <a:prstGeom prst="rect">
            <a:avLst/>
          </a:prstGeom>
          <a:solidFill>
            <a:srgbClr val="E8F4F8"/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19472" y="42428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833872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hours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022592" y="4242816"/>
            <a:ext cx="804672" cy="201168"/>
          </a:xfrm>
          <a:prstGeom prst="rect">
            <a:avLst/>
          </a:prstGeom>
          <a:solidFill>
            <a:srgbClr val="F0FDF4"/>
          </a:solidFill>
          <a:ln w="5080">
            <a:solidFill>
              <a:srgbClr val="EF9F2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22592" y="42428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936992" y="4261104"/>
            <a:ext cx="640080" cy="164592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36992" y="42611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274320" y="48188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editor · Monaco SQL editor · column profiler · dry-run before saving · version history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Teams alerts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notified within minutes — with full 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08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within 1–5 minutes of a pipeline completing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842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975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check failed and by how much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511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table, environment, and observed value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1810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Warn, fail, and critical alerts have different urgency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8503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3675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known issues — no more notification fatigue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480560" y="1207008"/>
            <a:ext cx="4572000" cy="347472"/>
          </a:xfrm>
          <a:prstGeom prst="rect">
            <a:avLst/>
          </a:prstGeom>
          <a:solidFill>
            <a:srgbClr val="201F3B"/>
          </a:solidFill>
          <a:ln w="12700">
            <a:solidFill>
              <a:srgbClr val="201F3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626864" y="1280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Microsoft Teams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480560" y="1554480"/>
            <a:ext cx="548640" cy="3200400"/>
          </a:xfrm>
          <a:prstGeom prst="rect">
            <a:avLst/>
          </a:prstGeom>
          <a:solidFill>
            <a:srgbClr val="33314A"/>
          </a:solidFill>
          <a:ln w="12700">
            <a:solidFill>
              <a:srgbClr val="33314A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029200" y="1554480"/>
            <a:ext cx="4023360" cy="32004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029200" y="1554480"/>
            <a:ext cx="4023360" cy="347472"/>
          </a:xfrm>
          <a:prstGeom prst="rect">
            <a:avLst/>
          </a:prstGeom>
          <a:solidFill>
            <a:srgbClr val="F8F8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193792" y="16276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data-quality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120640" y="2011680"/>
            <a:ext cx="329184" cy="329184"/>
          </a:xfrm>
          <a:prstGeom prst="oval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120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522976" y="2029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Bot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858000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06:02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5504688" y="2267712"/>
            <a:ext cx="3383280" cy="241401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504688" y="2267712"/>
            <a:ext cx="338328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614416" y="2322576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DQ Check Failed — CRITICAL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504688" y="2706624"/>
            <a:ext cx="338328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614416" y="2761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6492240" y="2761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uniqueness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5614416" y="30540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6492240" y="3054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duplicate_count(customer_id)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5504688" y="3291840"/>
            <a:ext cx="338328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614416" y="33467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6492240" y="3346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 (QA)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5614416" y="36393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6492240" y="3639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duplicates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5504688" y="3877056"/>
            <a:ext cx="338328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614416" y="3931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649224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duplicates  ← FAIL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614416" y="4224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6492240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PL_Customer_Transform_QA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5614416" y="4389120"/>
            <a:ext cx="1463040" cy="219456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614416" y="4389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 DataQ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7242048" y="4389120"/>
            <a:ext cx="1463040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242048" y="4389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4 hours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AI tools about data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connects to Claude, GitHub Copilot, and Cursor natively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207008"/>
            <a:ext cx="4023360" cy="3566160"/>
          </a:xfrm>
          <a:prstGeom prst="rect">
            <a:avLst/>
          </a:prstGeom>
          <a:solidFill>
            <a:srgbClr val="F8F8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07008"/>
            <a:ext cx="4023360" cy="420624"/>
          </a:xfrm>
          <a:prstGeom prst="rect">
            <a:avLst/>
          </a:prstGeom>
          <a:solidFill>
            <a:srgbClr val="201F3B"/>
          </a:solidFill>
          <a:ln w="12700">
            <a:solidFill>
              <a:srgbClr val="201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98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 —  DataQ connected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719072"/>
            <a:ext cx="2212848" cy="4572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0256" y="17739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 in the orders pipeline this morning?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56048" y="2359152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66944" y="2322576"/>
            <a:ext cx="2212848" cy="8961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377440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issues found: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duplicate_count(customer_id) = 142 (expected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freshness = 3 hrs over the 2 hr threshold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364992"/>
            <a:ext cx="2212848" cy="4572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34198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null check on email to the customer suite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6048" y="4005072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66944" y="3968496"/>
            <a:ext cx="221284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4023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Added missing_count(email) = 0 to Customer suite on QA. Want me to run a dry-run first?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1280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as an AI tool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6032" y="1773936"/>
            <a:ext cx="292608" cy="29260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176479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data — no dashboards needed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2523744"/>
            <a:ext cx="292608" cy="29260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251460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checks, add rules, and check pipeline status from Claude or Copilot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3273552"/>
            <a:ext cx="292608" cy="29260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326440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Claude Desktop, Claude.ai, GitHub Copilot, and Cursor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6032" y="4023360"/>
            <a:ext cx="292608" cy="29260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" y="401421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with the same Azure AD login you already use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DataQ monitors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critical data sources in one place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975104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1975104" cy="4572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298448"/>
            <a:ext cx="548640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7830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" y="2157984"/>
            <a:ext cx="1170432" cy="20116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2157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QA · UAT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02336" y="2450592"/>
            <a:ext cx="171907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data warehouse tables — completeness, uniqueness, freshness, and custom SQL rules.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423160" y="1234440"/>
            <a:ext cx="1975104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23160" y="1234440"/>
            <a:ext cx="1975104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298448"/>
            <a:ext cx="548640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17830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825496" y="2157984"/>
            <a:ext cx="1170432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25496" y="2157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551176" y="2450592"/>
            <a:ext cx="171907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Parquet files from external feeds — schema checks, row counts, nulls, freshness.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0" y="1234440"/>
            <a:ext cx="1975104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0" y="1234440"/>
            <a:ext cx="1975104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298448"/>
            <a:ext cx="548640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63440" y="17830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974336" y="2157984"/>
            <a:ext cx="1170432" cy="2011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74336" y="2157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700016" y="2450592"/>
            <a:ext cx="171907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coverage as ADLS — for data arriving from AWS partners or cross-cloud pipelines.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720840" y="1234440"/>
            <a:ext cx="1975104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20840" y="1234440"/>
            <a:ext cx="1975104" cy="4572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298448"/>
            <a:ext cx="548640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12280" y="17830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7123176" y="2157984"/>
            <a:ext cx="1170432" cy="20116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123176" y="2157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6848856" y="2450592"/>
            <a:ext cx="171907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Databricks Unity Catalog — validated using Spark, full catalog/schema/table support.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274320" y="4636008"/>
            <a:ext cx="859536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7200" y="46542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pipeline status is also monitored — DataQ correlates pipeline run results with data quality outcomes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build — fully in-house, no external licences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288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Confidential | April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042416" cy="219456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Connections · API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493776" cy="274320"/>
          </a:xfrm>
          <a:prstGeom prst="oval">
            <a:avLst/>
          </a:prstGeom>
          <a:solidFill>
            <a:srgbClr val="1D6A72"/>
          </a:solidFill>
          <a:ln w="6350">
            <a:solidFill>
              <a:srgbClr val="1D6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81328" y="1234440"/>
            <a:ext cx="1042416" cy="2194560"/>
          </a:xfrm>
          <a:prstGeom prst="rect">
            <a:avLst/>
          </a:prstGeom>
          <a:solidFill>
            <a:srgbClr val="2D9DA8"/>
          </a:solidFill>
          <a:ln w="12700">
            <a:solidFill>
              <a:srgbClr val="2D9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26464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engine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26464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Core · Suite API · Profiler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755648" y="3493008"/>
            <a:ext cx="493776" cy="274320"/>
          </a:xfrm>
          <a:prstGeom prst="oval">
            <a:avLst/>
          </a:prstGeom>
          <a:solidFill>
            <a:srgbClr val="2D9DA8"/>
          </a:solidFill>
          <a:ln w="6350">
            <a:solidFill>
              <a:srgbClr val="2D9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88336" y="1234440"/>
            <a:ext cx="1042416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33472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Editor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33472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editor · SQL editor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62656" y="3493008"/>
            <a:ext cx="493776" cy="274320"/>
          </a:xfrm>
          <a:prstGeom prst="oval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95344" y="1234440"/>
            <a:ext cx="1042416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0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· Scheduling · ADF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9664" y="3493008"/>
            <a:ext cx="493776" cy="274320"/>
          </a:xfrm>
          <a:prstGeom prst="oval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02352" y="1234440"/>
            <a:ext cx="1042416" cy="21945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47488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47488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Alerts · Teams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76672" y="3493008"/>
            <a:ext cx="493776" cy="274320"/>
          </a:xfrm>
          <a:prstGeom prst="oval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1234440"/>
            <a:ext cx="1042416" cy="2194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54496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MCP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FastMCP · CI/CD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83680" y="3493008"/>
            <a:ext cx="493776" cy="274320"/>
          </a:xfrm>
          <a:prstGeom prst="oval">
            <a:avLst/>
          </a:prstGeom>
          <a:solidFill>
            <a:srgbClr val="0078D4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16368" y="1234440"/>
            <a:ext cx="1042416" cy="2194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12801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61504" y="18288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61504" y="23774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QA · Onboard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790688" y="3493008"/>
            <a:ext cx="493776" cy="274320"/>
          </a:xfrm>
          <a:prstGeom prst="oval">
            <a:avLst/>
          </a:prstGeom>
          <a:solidFill>
            <a:srgbClr val="0A2342"/>
          </a:solidFill>
          <a:ln w="6350">
            <a:solidFill>
              <a:srgbClr val="0A23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0688" y="3493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822192"/>
            <a:ext cx="36576" cy="45720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-182880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84832" y="3822192"/>
            <a:ext cx="36576" cy="45720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27632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Snowflake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91840" y="3822192"/>
            <a:ext cx="36576" cy="45720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0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usable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team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705856" y="3822192"/>
            <a:ext cx="36576" cy="45720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48656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live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Azure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" y="48097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external licence costs    ✓ Builds on existing Azure infrastructure    ✓ Evolution of SnowQ — known patterns, faster delivery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824"/>
          </a:solidFill>
          <a:ln w="12700">
            <a:solidFill>
              <a:srgbClr val="071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011680" cy="4572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1188720"/>
          </a:xfrm>
          <a:prstGeom prst="rect">
            <a:avLst/>
          </a:prstGeom>
          <a:solidFill>
            <a:srgbClr val="102030"/>
          </a:solidFill>
          <a:ln w="6350">
            <a:solidFill>
              <a:srgbClr val="1D6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18872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the 8-week build and confirm the delivery team.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1188720"/>
          </a:xfrm>
          <a:prstGeom prst="rect">
            <a:avLst/>
          </a:prstGeom>
          <a:solidFill>
            <a:srgbClr val="102030"/>
          </a:solidFill>
          <a:ln w="6350">
            <a:solidFill>
              <a:srgbClr val="1D6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73152" cy="118872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environments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Azure Container Apps + Static Web App provisioning in the nonprod subscription.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4023360" cy="1188720"/>
          </a:xfrm>
          <a:prstGeom prst="rect">
            <a:avLst/>
          </a:prstGeom>
          <a:solidFill>
            <a:srgbClr val="102030"/>
          </a:solidFill>
          <a:ln w="6350">
            <a:solidFill>
              <a:srgbClr val="1D6A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60320"/>
            <a:ext cx="73152" cy="118872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kick-off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+ align on Snowflake DEV credentials and first target suite.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023360" cy="1188720"/>
          </a:xfrm>
          <a:prstGeom prst="rect">
            <a:avLst/>
          </a:prstGeom>
          <a:solidFill>
            <a:srgbClr val="102030"/>
          </a:solidFill>
          <a:ln w="6350">
            <a:solidFill>
              <a:srgbClr val="1D6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560320"/>
            <a:ext cx="73152" cy="1188720"/>
          </a:xfrm>
          <a:prstGeom prst="rect">
            <a:avLst/>
          </a:prstGeom>
          <a:solidFill>
            <a:srgbClr val="4FC3D0"/>
          </a:solidFill>
          <a:ln w="12700">
            <a:solidFill>
              <a:srgbClr val="4FC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check-in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30-min update with this group throughout the build.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0" y="44439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DataQ — Enterprise Data Platform Team  |  April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DataQ — Management Presentation</dc:title>
  <dc:subject>PptxGenJS Presentation</dc:subject>
  <dc:creator>PptxGenJS</dc:creator>
  <cp:lastModifiedBy>PptxGenJS</cp:lastModifiedBy>
  <cp:revision>1</cp:revision>
  <dcterms:created xsi:type="dcterms:W3CDTF">2026-04-13T02:29:54Z</dcterms:created>
  <dcterms:modified xsi:type="dcterms:W3CDTF">2026-04-13T02:29:54Z</dcterms:modified>
</cp:coreProperties>
</file>